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4가지 방향(물·불·공기·흙)의 기준색과 강도 3단계. 강도는 채도로 옮겨진다.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 2.2m(H) x 2.93m(W), 4:3. 20대 평균 신장 169cm 기준 상지 도달 높이 약 2.10m에서 역산.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캡처부터 표시까지 9단계. 1~7단계 연산이 3초 이내. 네이비 = 본 사업 개발분, 회색 = 기보유 기술.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감정 판정 결과 = 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7150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96E2EC"/>
          </a:solidFill>
          <a:ln w="12700">
            <a:solidFill>
              <a:srgbClr val="96E2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150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49D2E3"/>
          </a:solidFill>
          <a:ln w="12700">
            <a:solidFill>
              <a:srgbClr val="49D2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150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00C0D8"/>
          </a:solidFill>
          <a:ln w="12700">
            <a:solidFill>
              <a:srgbClr val="00C0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150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5186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7B49C"/>
          </a:solidFill>
          <a:ln w="12700">
            <a:solidFill>
              <a:srgbClr val="F7B49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5186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8825A"/>
          </a:solidFill>
          <a:ln w="12700">
            <a:solidFill>
              <a:srgbClr val="F882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186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6521B"/>
          </a:solidFill>
          <a:ln w="12700">
            <a:solidFill>
              <a:srgbClr val="F652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186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3222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C2A9F0"/>
          </a:solidFill>
          <a:ln w="12700">
            <a:solidFill>
              <a:srgbClr val="C2A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3222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9A72EB"/>
          </a:solidFill>
          <a:ln w="12700">
            <a:solidFill>
              <a:srgbClr val="9A72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3222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753EE4"/>
          </a:solidFill>
          <a:ln w="12700">
            <a:solidFill>
              <a:srgbClr val="753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21258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EED09C"/>
          </a:solidFill>
          <a:ln w="12700">
            <a:solidFill>
              <a:srgbClr val="EED0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1258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E7B258"/>
          </a:solidFill>
          <a:ln w="12700">
            <a:solidFill>
              <a:srgbClr val="E7B2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1258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DC9418"/>
          </a:solidFill>
          <a:ln w="12700">
            <a:solidFill>
              <a:srgbClr val="DC94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1258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458200" y="5989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→ 아래 : 강도 저 → 고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스케일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553795" y="1874520"/>
            <a:ext cx="5053930" cy="3794760"/>
          </a:xfrm>
          <a:prstGeom prst="rect">
            <a:avLst/>
          </a:prstGeom>
          <a:solidFill>
            <a:srgbClr val="E8F0F6"/>
          </a:solidFill>
          <a:ln w="12700">
            <a:solidFill>
              <a:srgbClr val="C3CB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20431" y="2754214"/>
            <a:ext cx="320657" cy="320657"/>
          </a:xfrm>
          <a:prstGeom prst="ellipse">
            <a:avLst/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4678" y="3127343"/>
            <a:ext cx="612164" cy="1230158"/>
          </a:xfrm>
          <a:prstGeom prst="roundRect">
            <a:avLst>
              <a:gd name="adj" fmla="val 26887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99774" y="3162324"/>
            <a:ext cx="174904" cy="1113555"/>
          </a:xfrm>
          <a:prstGeom prst="roundRect">
            <a:avLst>
              <a:gd name="adj" fmla="val 5228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86842" y="3162324"/>
            <a:ext cx="174904" cy="1113555"/>
          </a:xfrm>
          <a:prstGeom prst="roundRect">
            <a:avLst>
              <a:gd name="adj" fmla="val 5228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02110" y="4299199"/>
            <a:ext cx="233205" cy="1370081"/>
          </a:xfrm>
          <a:prstGeom prst="roundRect">
            <a:avLst>
              <a:gd name="adj" fmla="val 3921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205" y="4299199"/>
            <a:ext cx="233205" cy="1370081"/>
          </a:xfrm>
          <a:prstGeom prst="roundRect">
            <a:avLst>
              <a:gd name="adj" fmla="val 3921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0915" y="2047009"/>
            <a:ext cx="5419690" cy="0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82045" y="1864129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60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2.10 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53795" y="1490472"/>
            <a:ext cx="5053930" cy="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3795" y="1371600"/>
            <a:ext cx="0" cy="237744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07725" y="1371600"/>
            <a:ext cx="0" cy="237744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3795" y="941832"/>
            <a:ext cx="50539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2.93 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986867" y="1874520"/>
            <a:ext cx="0" cy="379476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67995" y="1874520"/>
            <a:ext cx="237744" cy="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67995" y="5669280"/>
            <a:ext cx="237744" cy="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67795" y="3570732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2.20 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06882" y="44449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1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 cm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파이프라인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95528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E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 rot="5400000">
            <a:off x="1796491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98904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8632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8904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E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 rot="5400000">
            <a:off x="3009595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12008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1736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12008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222699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25112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변환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5435803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8216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47944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38216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 rot="5400000">
            <a:off x="6648907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1320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61048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51320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문구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 rot="5400000">
            <a:off x="7862011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64424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74152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64424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E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렌더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 rot="5400000">
            <a:off x="9075115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77528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7256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77528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재캡처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 rot="5400000">
            <a:off x="10288219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90632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00360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390632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85800" y="4242816"/>
            <a:ext cx="8363712" cy="0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096512"/>
            <a:ext cx="0" cy="146304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49512" y="4096512"/>
            <a:ext cx="0" cy="146304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4334256"/>
            <a:ext cx="836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660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3초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85800" y="59893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33272" y="5943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057400" y="59893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04872" y="5943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2026-08-19T07:56:29Z</dcterms:created>
  <dcterms:modified xsi:type="dcterms:W3CDTF">2026-08-19T07:56:29Z</dcterms:modified>
</cp:coreProperties>
</file>