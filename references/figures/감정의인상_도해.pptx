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4가지 방향(물·불·공기·흙)의 기준색과 강도 3단계. 강도는 채도로 옮겨진다.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 2.2m(H) x 2.93m(W), 4:3. 20대 평균 신장 169cm 기준 상지 도달 높이 약 2.10m에서 역산.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캡처부터 표시까지 9단계. 1~7단계 연산이 3초 이내. 네이비 = 본 사업 개발분, 회색 = 기보유 기술.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 판정 결과 = 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1500" y="1600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AADBDF"/>
          </a:solidFill>
          <a:ln w="12700">
            <a:solidFill>
              <a:srgbClr val="AADB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267919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55BCC7"/>
          </a:solidFill>
          <a:ln w="12700">
            <a:solidFill>
              <a:srgbClr val="55BC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3758184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09EB0"/>
          </a:solidFill>
          <a:ln w="12700">
            <a:solidFill>
              <a:srgbClr val="009E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5001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51860" y="1600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6CAB8"/>
          </a:solidFill>
          <a:ln w="12700">
            <a:solidFill>
              <a:srgbClr val="F6CA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1860" y="267919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29977"/>
          </a:solidFill>
          <a:ln w="12700">
            <a:solidFill>
              <a:srgbClr val="F299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3758184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E6836"/>
          </a:solidFill>
          <a:ln w="12700">
            <a:solidFill>
              <a:srgbClr val="EE68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5001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32220" y="1600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D6D1E7"/>
          </a:solidFill>
          <a:ln w="12700">
            <a:solidFill>
              <a:srgbClr val="D6D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2220" y="267919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B1A6D7"/>
          </a:solidFill>
          <a:ln w="12700">
            <a:solidFill>
              <a:srgbClr val="B1A6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2220" y="3758184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8C7CC8"/>
          </a:solidFill>
          <a:ln w="12700">
            <a:solidFill>
              <a:srgbClr val="8C7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5001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212580" y="1600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5D4B6"/>
          </a:solidFill>
          <a:ln w="12700">
            <a:solidFill>
              <a:srgbClr val="E5D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2580" y="267919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CFAD73"/>
          </a:solidFill>
          <a:ln w="12700">
            <a:solidFill>
              <a:srgbClr val="CFAD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2580" y="3758184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BA8630"/>
          </a:solidFill>
          <a:ln w="12700">
            <a:solidFill>
              <a:srgbClr val="BA86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580" y="5001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58200" y="5989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→ 아래 : 강도 저 → 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스케일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553795" y="1874520"/>
            <a:ext cx="5053930" cy="3794760"/>
          </a:xfrm>
          <a:prstGeom prst="rect">
            <a:avLst/>
          </a:prstGeom>
          <a:solidFill>
            <a:srgbClr val="E8F0F6"/>
          </a:solidFill>
          <a:ln w="12700">
            <a:solidFill>
              <a:srgbClr val="C3C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20431" y="2754214"/>
            <a:ext cx="320657" cy="320657"/>
          </a:xfrm>
          <a:prstGeom prst="ellipse">
            <a:avLst/>
          </a:prstGeom>
          <a:solidFill>
            <a:srgbClr val="96A2B0"/>
          </a:solidFill>
          <a:ln w="12700">
            <a:solidFill>
              <a:srgbClr val="96A2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4678" y="3127343"/>
            <a:ext cx="612164" cy="1230158"/>
          </a:xfrm>
          <a:prstGeom prst="roundRect">
            <a:avLst>
              <a:gd name="adj" fmla="val 26887"/>
            </a:avLst>
          </a:prstGeom>
          <a:solidFill>
            <a:srgbClr val="96A2B0"/>
          </a:solidFill>
          <a:ln w="12700">
            <a:solidFill>
              <a:srgbClr val="96A2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99774" y="3162324"/>
            <a:ext cx="174904" cy="1113555"/>
          </a:xfrm>
          <a:prstGeom prst="roundRect">
            <a:avLst>
              <a:gd name="adj" fmla="val 52280"/>
            </a:avLst>
          </a:prstGeom>
          <a:solidFill>
            <a:srgbClr val="96A2B0"/>
          </a:solidFill>
          <a:ln w="12700">
            <a:solidFill>
              <a:srgbClr val="96A2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86842" y="3162324"/>
            <a:ext cx="174904" cy="1113555"/>
          </a:xfrm>
          <a:prstGeom prst="roundRect">
            <a:avLst>
              <a:gd name="adj" fmla="val 52280"/>
            </a:avLst>
          </a:prstGeom>
          <a:solidFill>
            <a:srgbClr val="96A2B0"/>
          </a:solidFill>
          <a:ln w="12700">
            <a:solidFill>
              <a:srgbClr val="96A2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2110" y="4299199"/>
            <a:ext cx="233205" cy="1370081"/>
          </a:xfrm>
          <a:prstGeom prst="roundRect">
            <a:avLst>
              <a:gd name="adj" fmla="val 39210"/>
            </a:avLst>
          </a:prstGeom>
          <a:solidFill>
            <a:srgbClr val="96A2B0"/>
          </a:solidFill>
          <a:ln w="12700">
            <a:solidFill>
              <a:srgbClr val="96A2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205" y="4299199"/>
            <a:ext cx="233205" cy="1370081"/>
          </a:xfrm>
          <a:prstGeom prst="roundRect">
            <a:avLst>
              <a:gd name="adj" fmla="val 39210"/>
            </a:avLst>
          </a:prstGeom>
          <a:solidFill>
            <a:srgbClr val="96A2B0"/>
          </a:solidFill>
          <a:ln w="12700">
            <a:solidFill>
              <a:srgbClr val="96A2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0915" y="2047009"/>
            <a:ext cx="5419690" cy="0"/>
          </a:xfrm>
          <a:prstGeom prst="line">
            <a:avLst/>
          </a:prstGeom>
          <a:noFill/>
          <a:ln w="19050">
            <a:solidFill>
              <a:srgbClr val="D66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2045" y="186412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6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2.10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53795" y="1490472"/>
            <a:ext cx="5053930" cy="0"/>
          </a:xfrm>
          <a:prstGeom prst="line">
            <a:avLst/>
          </a:prstGeom>
          <a:noFill/>
          <a:ln w="15875">
            <a:solidFill>
              <a:srgbClr val="1C22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3795" y="1371600"/>
            <a:ext cx="0" cy="237744"/>
          </a:xfrm>
          <a:prstGeom prst="line">
            <a:avLst/>
          </a:prstGeom>
          <a:noFill/>
          <a:ln w="15875">
            <a:solidFill>
              <a:srgbClr val="1C2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07725" y="1371600"/>
            <a:ext cx="0" cy="237744"/>
          </a:xfrm>
          <a:prstGeom prst="line">
            <a:avLst/>
          </a:prstGeom>
          <a:noFill/>
          <a:ln w="15875">
            <a:solidFill>
              <a:srgbClr val="1C2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3795" y="941832"/>
            <a:ext cx="5053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2.93 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86867" y="1874520"/>
            <a:ext cx="0" cy="3794760"/>
          </a:xfrm>
          <a:prstGeom prst="line">
            <a:avLst/>
          </a:prstGeom>
          <a:noFill/>
          <a:ln w="15875">
            <a:solidFill>
              <a:srgbClr val="1C2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7995" y="1874520"/>
            <a:ext cx="237744" cy="0"/>
          </a:xfrm>
          <a:prstGeom prst="line">
            <a:avLst/>
          </a:prstGeom>
          <a:noFill/>
          <a:ln w="15875">
            <a:solidFill>
              <a:srgbClr val="1C2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67995" y="5669280"/>
            <a:ext cx="237744" cy="0"/>
          </a:xfrm>
          <a:prstGeom prst="line">
            <a:avLst/>
          </a:prstGeom>
          <a:noFill/>
          <a:ln w="15875">
            <a:solidFill>
              <a:srgbClr val="1C2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7795" y="357073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2.20 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06882" y="44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169 cm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C4C8D0"/>
          </a:solidFill>
          <a:ln w="12700">
            <a:solidFill>
              <a:srgbClr val="C4C8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3E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rot="5400000">
            <a:off x="1796491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8904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C4C8D0"/>
          </a:solidFill>
          <a:ln w="12700">
            <a:solidFill>
              <a:srgbClr val="C4C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08632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8904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3E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5400000">
            <a:off x="3009595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2008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1736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12008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222699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25112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435803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8216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7944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8216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648907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1320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1048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51320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 rot="5400000">
            <a:off x="7862011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64424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C4C8D0"/>
          </a:solidFill>
          <a:ln w="12700">
            <a:solidFill>
              <a:srgbClr val="C4C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64424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3E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렌더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075115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77528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7256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77528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재캡처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 rot="5400000">
            <a:off x="10288219" y="3159252"/>
            <a:ext cx="76810" cy="128016"/>
          </a:xfrm>
          <a:prstGeom prst="triangle">
            <a:avLst/>
          </a:prstGeom>
          <a:solidFill>
            <a:srgbClr val="CBD0D8"/>
          </a:solidFill>
          <a:ln w="12700">
            <a:solidFill>
              <a:srgbClr val="CBD0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90632" y="2514600"/>
            <a:ext cx="1085088" cy="1417320"/>
          </a:xfrm>
          <a:prstGeom prst="roundRect">
            <a:avLst>
              <a:gd name="adj" fmla="val 101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00360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90632" y="2967228"/>
            <a:ext cx="1085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85800" y="4242816"/>
            <a:ext cx="8363712" cy="0"/>
          </a:xfrm>
          <a:prstGeom prst="line">
            <a:avLst/>
          </a:prstGeom>
          <a:noFill/>
          <a:ln w="19050">
            <a:solidFill>
              <a:srgbClr val="D660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4096512"/>
            <a:ext cx="0" cy="146304"/>
          </a:xfrm>
          <a:prstGeom prst="line">
            <a:avLst/>
          </a:prstGeom>
          <a:noFill/>
          <a:ln w="19050">
            <a:solidFill>
              <a:srgbClr val="D660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49512" y="4096512"/>
            <a:ext cx="0" cy="146304"/>
          </a:xfrm>
          <a:prstGeom prst="line">
            <a:avLst/>
          </a:prstGeom>
          <a:noFill/>
          <a:ln w="19050">
            <a:solidFill>
              <a:srgbClr val="D660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334256"/>
            <a:ext cx="836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6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 3초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85800" y="59893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3272" y="5943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057400" y="59893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4C8D0"/>
          </a:solidFill>
          <a:ln w="12700">
            <a:solidFill>
              <a:srgbClr val="C4C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04872" y="5943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2026-08-19T06:32:40Z</dcterms:created>
  <dcterms:modified xsi:type="dcterms:W3CDTF">2026-08-19T06:32:40Z</dcterms:modified>
</cp:coreProperties>
</file>